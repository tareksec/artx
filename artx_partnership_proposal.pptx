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371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PROPOSAL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ArtX × [Your Name/Company]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standout digital products together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7680960" cy="594360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Digital Product Studio  •  Design  •  Engineering  •  SEO  •  Security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40233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artx.techvrs.com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STUDIO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ArtX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14600" cy="118872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14700" y="1325880"/>
            <a:ext cx="2514600" cy="118872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4700" y="14173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Yrs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14700" y="19933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514600" cy="118872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4173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80760" y="19933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 Served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8046720" cy="1234440"/>
          </a:xfrm>
          <a:prstGeom prst="roundRect">
            <a:avLst>
              <a:gd name="adj" fmla="val 8889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3464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ArtX is a full-service digital product studio designing, building, and ranking standout websites for B2B, SaaS, E-commerce, Hospitality and Finance brands worldwide.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148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by:   </a:t>
            </a:r>
            <a:pPr indent="0" marL="0">
              <a:buNone/>
            </a:pPr>
            <a:r>
              <a:rPr lang="en-US" sz="12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Northform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Gearabout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Century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Veative Kitchen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ArtX Offers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86200" cy="1600200"/>
          </a:xfrm>
          <a:prstGeom prst="roundRect">
            <a:avLst>
              <a:gd name="adj" fmla="val 6857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420624" cy="420624"/>
          </a:xfrm>
          <a:prstGeom prst="ellipse">
            <a:avLst/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08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9047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8424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Editorial, high-craft interfaces designed to convert, build brand authority, and elevate customer experience.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· Design Systems · UI/UX Art Direction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886200" cy="1600200"/>
          </a:xfrm>
          <a:prstGeom prst="roundRect">
            <a:avLst>
              <a:gd name="adj" fmla="val 6857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1508760"/>
            <a:ext cx="420624" cy="420624"/>
          </a:xfrm>
          <a:prstGeom prst="ellipse">
            <a:avLst/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08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149047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10328" y="198424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React, modern clean component architecture, and Core Web Vitals optimized performance.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0328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Tailwind · Fast Loading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886200" cy="1600200"/>
          </a:xfrm>
          <a:prstGeom prst="roundRect">
            <a:avLst>
              <a:gd name="adj" fmla="val 6857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337560"/>
            <a:ext cx="420624" cy="420624"/>
          </a:xfrm>
          <a:prstGeom prst="ellipse">
            <a:avLst/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337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31927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Content Architecture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381304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audits, structured data schemas &amp; organic link architecture that compound sustained traffic over time.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 · Schema Markup · Ranking Strategy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3886200" cy="1600200"/>
          </a:xfrm>
          <a:prstGeom prst="roundRect">
            <a:avLst>
              <a:gd name="adj" fmla="val 6857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10328" y="3337560"/>
            <a:ext cx="420624" cy="420624"/>
          </a:xfrm>
          <a:prstGeom prst="ellipse">
            <a:avLst/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3337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331927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Security &amp; Hardening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10328" y="381304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security audits, server hardening, vulnerability mitigation &amp; active monitoring (via techvrs.com).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· Hardening · Monitoring · techvrs.com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&amp; TRANSPARENT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Pricing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14600" cy="3246120"/>
          </a:xfrm>
          <a:prstGeom prst="roundRect">
            <a:avLst>
              <a:gd name="adj" fmla="val 509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72184"/>
            <a:ext cx="211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৳2,000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249424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523744"/>
            <a:ext cx="211226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615184"/>
            <a:ext cx="2112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Pages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On-page SEO Architecture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Subdomain Included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1GB High-Speed Hosting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Mobile Responsive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4700" y="1234440"/>
            <a:ext cx="2514600" cy="3337560"/>
          </a:xfrm>
          <a:prstGeom prst="roundRect">
            <a:avLst>
              <a:gd name="adj" fmla="val 5091"/>
            </a:avLst>
          </a:prstGeom>
          <a:solidFill>
            <a:srgbClr val="1A1A1A"/>
          </a:solidFill>
          <a:ln w="25400">
            <a:solidFill>
              <a:srgbClr val="C8F1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4740" y="1362456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4740" y="13624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MOST POPULAR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15868" y="1709928"/>
            <a:ext cx="211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15868" y="2002536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৳5,000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15868" y="2487168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choice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15868" y="2761488"/>
            <a:ext cx="211226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5868" y="2852928"/>
            <a:ext cx="2112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Basic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Domain (.com/.net)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Control Dashboard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Order Management System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Checkout Flow
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325880"/>
            <a:ext cx="2514600" cy="3246120"/>
          </a:xfrm>
          <a:prstGeom prst="roundRect">
            <a:avLst>
              <a:gd name="adj" fmla="val 509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472184"/>
            <a:ext cx="211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81928" y="1764792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৳8,000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81928" y="2249424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scaling 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81928" y="2523744"/>
            <a:ext cx="211226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2615184"/>
            <a:ext cx="2112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Premium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All-in-One Growth Suite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VIP Support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Customization &amp; API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Security &amp; Hardening
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prices in BDT. Custom enterprise contracts &amp; partner SLA terms available.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Partnership Makes Sense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9047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42424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99032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Studio  </a:t>
            </a:r>
            <a:pPr indent="0" marL="0">
              <a:buNone/>
            </a:pPr>
            <a:r>
              <a:rPr lang="en-US" sz="11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(Design + Dev + SEO + Security)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execution under one roof so your client projects ship 2× faster with zero handoff friction.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03704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36829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42424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68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276856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950+ Successful Projects Globally  </a:t>
            </a:r>
            <a:pPr indent="0" marL="0">
              <a:buNone/>
            </a:pPr>
            <a:r>
              <a:rPr lang="en-US" sz="11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Years Experience)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battle-tested delivery across 4 continents for SaaS, B2B, and high-growth consumer brands.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46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42424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154680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BDT Pricing for Local Market  </a:t>
            </a:r>
            <a:pPr indent="0" marL="0">
              <a:buNone/>
            </a:pPr>
            <a:r>
              <a:rPr lang="en-US" sz="11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Partner Margins)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tier pricing structured for Bangladesh businesses, allowing exceptional markup &amp; client retention.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12394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42424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032504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 &amp; Search Dominance  </a:t>
            </a:r>
            <a:pPr indent="0" marL="0">
              <a:buNone/>
            </a:pPr>
            <a:r>
              <a:rPr lang="en-US" sz="11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(+42% Conversion · #1 SEO)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metrics including 3.1× qualified inbound demo growth and top-ranking search positioning.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Results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14600" cy="3337560"/>
          </a:xfrm>
          <a:prstGeom prst="roundRect">
            <a:avLst>
              <a:gd name="adj" fmla="val 509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08760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GEARABOUT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Retail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2039112"/>
            <a:ext cx="211226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130552"/>
            <a:ext cx="21122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99008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9808" y="342900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Signups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3794760"/>
            <a:ext cx="211226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886200"/>
            <a:ext cx="211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editorial design and lightning-fast page speed increased total on-site engagement.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4700" y="1325880"/>
            <a:ext cx="2514600" cy="3337560"/>
          </a:xfrm>
          <a:prstGeom prst="roundRect">
            <a:avLst>
              <a:gd name="adj" fmla="val 509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5868" y="1508760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CENTURY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15868" y="1764792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15868" y="2039112"/>
            <a:ext cx="211226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15868" y="2130552"/>
            <a:ext cx="21122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515868" y="2642616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15868" y="299008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515868" y="342900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Lift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15868" y="3794760"/>
            <a:ext cx="211226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15868" y="3886200"/>
            <a:ext cx="211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Conversion-first product catalog redesign with friction-free WhatsApp ordering workflow.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1325880"/>
            <a:ext cx="2514600" cy="3337560"/>
          </a:xfrm>
          <a:prstGeom prst="roundRect">
            <a:avLst>
              <a:gd name="adj" fmla="val 509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1508760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NORTHFORM SAAS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81928" y="1764792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Software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81928" y="2039112"/>
            <a:ext cx="211226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130552"/>
            <a:ext cx="21122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3.1×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281928" y="2642616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Demos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81928" y="299008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-22%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281928" y="342900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Reduction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81928" y="3794760"/>
            <a:ext cx="211226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3886200"/>
            <a:ext cx="211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clarity, landing page speed optimization, and targeted technical SEO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BENEFIT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Gain as a Partner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9047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Opportunity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attractive referral commissions &amp; co-sell profits on every successfully closed project.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3500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27685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 Premium Services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or co-brand top-tier design and web engineering without growing your in-house headcount.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44952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20954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09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13639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Local Clients with Global Quality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international UI/UX standards and elite React code at highly competitive BDT pricing.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069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99592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Your Service Portfolio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add full-stack React apps, Core Web Vitals SEO, and web security audits to your offerings.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1325880"/>
            <a:ext cx="3566160" cy="2423160"/>
          </a:xfrm>
          <a:prstGeom prst="roundRect">
            <a:avLst>
              <a:gd name="adj" fmla="val 5283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5776" y="1371600"/>
            <a:ext cx="73152" cy="2331720"/>
          </a:xfrm>
          <a:prstGeom prst="roundRect">
            <a:avLst>
              <a:gd name="adj" fmla="val 50000"/>
            </a:avLst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5349240" y="18745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"Design, build and SEO under one roof made the whole project ship two months faster."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29718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Priya Shah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Marketing, Northform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858768"/>
            <a:ext cx="3566160" cy="804672"/>
          </a:xfrm>
          <a:prstGeom prst="roundRect">
            <a:avLst>
              <a:gd name="adj" fmla="val 11364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40050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42424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F135"/>
                </a:solidFill>
              </a:rPr>
              <a:t>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52160" y="39136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Partner Collaboration
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Slack channel, shared staging &amp; dedicated SLA.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0" y="73152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141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COLLABORATE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Together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elevate your digital products and grow mutual revenue.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886200" cy="777240"/>
          </a:xfrm>
          <a:prstGeom prst="roundRect">
            <a:avLst>
              <a:gd name="adj" fmla="val 14118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56232"/>
            <a:ext cx="438912" cy="43891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56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📞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801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01645441584
</a:t>
            </a:r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/ WhatsApp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3886200" cy="777240"/>
          </a:xfrm>
          <a:prstGeom prst="roundRect">
            <a:avLst>
              <a:gd name="adj" fmla="val 14118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856232"/>
            <a:ext cx="438912" cy="43891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856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1801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artxstudiocom@gmail.com
</a:t>
            </a:r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Email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3886200" cy="777240"/>
          </a:xfrm>
          <a:prstGeom prst="roundRect">
            <a:avLst>
              <a:gd name="adj" fmla="val 14118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816352"/>
            <a:ext cx="438912" cy="43891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816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27614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artx.techvrs.com
</a:t>
            </a:r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Website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651760"/>
            <a:ext cx="3886200" cy="777240"/>
          </a:xfrm>
          <a:prstGeom prst="roundRect">
            <a:avLst>
              <a:gd name="adj" fmla="val 14118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816352"/>
            <a:ext cx="438912" cy="43891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816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40680" y="27614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fb.com/artxdev
</a:t>
            </a:r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6118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  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Q4 · 2026  •  ArtX Studio Partnership Program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ArtX (artx.techvrs.com)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ArtX Partnership Proposal</dc:title>
  <dc:subject>Digital Product Studio Partnership</dc:subject>
  <dc:creator>ArtX Studio</dc:creator>
  <cp:lastModifiedBy>ArtX Studio</cp:lastModifiedBy>
  <cp:revision>1</cp:revision>
  <dcterms:created xsi:type="dcterms:W3CDTF">2026-08-24T05:19:12Z</dcterms:created>
  <dcterms:modified xsi:type="dcterms:W3CDTF">2026-08-24T05:19:12Z</dcterms:modified>
</cp:coreProperties>
</file>